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87EAD6-FECB-4EE3-ABF4-97C5D0A9B44D}" v="2" dt="2026-03-03T16:46:27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rak Kamasani" userId="57ab4161f164ece2" providerId="LiveId" clId="{1C821F8C-237C-4B69-BC03-2A017E5C2A69}"/>
    <pc:docChg chg="modSld">
      <pc:chgData name="Tharak Kamasani" userId="57ab4161f164ece2" providerId="LiveId" clId="{1C821F8C-237C-4B69-BC03-2A017E5C2A69}" dt="2026-03-03T16:47:04.153" v="163" actId="255"/>
      <pc:docMkLst>
        <pc:docMk/>
      </pc:docMkLst>
      <pc:sldChg chg="modSp mod">
        <pc:chgData name="Tharak Kamasani" userId="57ab4161f164ece2" providerId="LiveId" clId="{1C821F8C-237C-4B69-BC03-2A017E5C2A69}" dt="2026-03-03T16:45:06.676" v="157" actId="1036"/>
        <pc:sldMkLst>
          <pc:docMk/>
          <pc:sldMk cId="0" sldId="257"/>
        </pc:sldMkLst>
        <pc:spChg chg="mod">
          <ac:chgData name="Tharak Kamasani" userId="57ab4161f164ece2" providerId="LiveId" clId="{1C821F8C-237C-4B69-BC03-2A017E5C2A69}" dt="2026-03-03T16:45:06.676" v="157" actId="1036"/>
          <ac:spMkLst>
            <pc:docMk/>
            <pc:sldMk cId="0" sldId="257"/>
            <ac:spMk id="3" creationId="{837E9E58-77B6-079D-9D0D-E380CADAD23D}"/>
          </ac:spMkLst>
        </pc:spChg>
      </pc:sldChg>
      <pc:sldChg chg="modSp mod">
        <pc:chgData name="Tharak Kamasani" userId="57ab4161f164ece2" providerId="LiveId" clId="{1C821F8C-237C-4B69-BC03-2A017E5C2A69}" dt="2026-03-03T16:47:04.153" v="163" actId="255"/>
        <pc:sldMkLst>
          <pc:docMk/>
          <pc:sldMk cId="0" sldId="258"/>
        </pc:sldMkLst>
        <pc:spChg chg="mod">
          <ac:chgData name="Tharak Kamasani" userId="57ab4161f164ece2" providerId="LiveId" clId="{1C821F8C-237C-4B69-BC03-2A017E5C2A69}" dt="2026-03-03T16:47:04.153" v="163" actId="255"/>
          <ac:spMkLst>
            <pc:docMk/>
            <pc:sldMk cId="0" sldId="258"/>
            <ac:spMk id="48" creationId="{BDE2941C-1504-53F9-99B2-48002CA9A34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DD-MM-YYYY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STUDENT NAME –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VTUxxxxx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Reg.No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Dr./Mr./Mrs. Name - Designation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Title(Example: 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08594"/>
            <a:ext cx="15082325" cy="12526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Background of the problem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Physical stores are limited by location and operating hours.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Small businesses lack affordable, easy-to-use digital storefronts.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Static websites cannot manage dynamic product catalogs or transactions.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Consumers demand the convenience of 24/7 online shopping.</a:t>
            </a:r>
          </a:p>
          <a:p>
            <a:r>
              <a:rPr lang="en-US" sz="2800" b="1" dirty="0"/>
              <a:t>Why this project is important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provides practical experience in full-stack web development.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demonstrates how to manage dynamic data like product listings.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showcases the integration of a user interface with backend logic.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builds a strong foundation for creating commercially relevant applications.</a:t>
            </a:r>
          </a:p>
          <a:p>
            <a:r>
              <a:rPr lang="en-US" sz="2800" b="1" dirty="0"/>
              <a:t>Real-world relevance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mirrors the core functionality of major platforms like Amazon.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reflects the modern retail shift towards 24/7 online accessibility.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Features like categories help users navigate large product collections.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demonstrates how technology connects global buyers and sellers.</a:t>
            </a:r>
            <a:endParaRPr lang="en-US" sz="2800" dirty="0"/>
          </a:p>
          <a:p>
            <a:r>
              <a:rPr lang="en-US" sz="2800" b="1" dirty="0"/>
              <a:t>Brief overview of the system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is a prototype e-commerce site displaying a product catalog.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Products are organized with images, prices, and categories.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allows users to browse items, simulating an online store.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system serves as a foundation for adding cart and checkout features.</a:t>
            </a:r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US" sz="2400" dirty="0"/>
          </a:p>
          <a:p>
            <a:pPr marL="457200" indent="-457200">
              <a:buFontTx/>
              <a:buChar char="-"/>
            </a:pPr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1415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Clearly define the problem</a:t>
            </a:r>
            <a:endParaRPr lang="en-US" sz="3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Small businesses and entrepreneurs often lack the technical resources to build a professional online store, limiting their market reach.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Existing static websites fail to provide dynamic, interactive features like real-time product updates or user shopping carts.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Manual management of product inventories, categories, and pricing is inefficient, time-consuming, and prone to human error.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There is no centralized, automated system to handle product listings, making it difficult to update and maintain accurate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Customers struggle to browse and compare products efficiently without a structured catalog and intuitive user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absence of a dedicated platform prevents seamless integration between product display and potential future features like order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Current approaches lack scalability, making it hard for businesses to expand their product lines as they grow.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Hence, there is a need for a simple, automated, and reliable e-commerce system to streamline product management and enhance the shopping experience.</a:t>
            </a:r>
          </a:p>
          <a:p>
            <a:br>
              <a:rPr lang="en-US" dirty="0"/>
            </a:b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Maximum 2 Points –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(Sample start point for writing objective are given below)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To design and develop ________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To implement ________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To improve ________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To evaluate performance of ________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(Keep objectives short and measurable)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Maximum 8 Points –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Description of your solution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How it solves existing issues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Advantages over current systems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(Insert block diagram)  -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Explain: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Input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Processing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Database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/>
              <a:t>Output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(Add dataflow diagram)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Frontend: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Backend: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Database: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Tools: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Hardware/Software Requirements: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2800" b="1" dirty="0">
                <a:solidFill>
                  <a:srgbClr val="FF0000"/>
                </a:solidFill>
              </a:rPr>
              <a:t>----- Example for reference only ---- (Change according to your project)</a:t>
            </a:r>
          </a:p>
          <a:p>
            <a:endParaRPr lang="en-IN" sz="2800" b="1" dirty="0"/>
          </a:p>
          <a:p>
            <a:r>
              <a:rPr lang="en-IN" sz="2800" b="1" dirty="0"/>
              <a:t>Module 1: User Management</a:t>
            </a:r>
          </a:p>
          <a:p>
            <a:r>
              <a:rPr lang="en-IN" sz="2800" dirty="0"/>
              <a:t>Handles user registration, login, and profile management with secure authentication.</a:t>
            </a:r>
          </a:p>
          <a:p>
            <a:r>
              <a:rPr lang="en-IN" sz="2800" b="1" dirty="0"/>
              <a:t>Module 2: Core Processing</a:t>
            </a:r>
          </a:p>
          <a:p>
            <a:r>
              <a:rPr lang="en-IN" sz="2800" dirty="0"/>
              <a:t>Implements the main business logic and processes user inputs efficiently.</a:t>
            </a:r>
          </a:p>
          <a:p>
            <a:r>
              <a:rPr lang="en-IN" sz="2800" b="1" dirty="0"/>
              <a:t>Module 3: Database Management</a:t>
            </a:r>
          </a:p>
          <a:p>
            <a:r>
              <a:rPr lang="en-IN" sz="2800" dirty="0"/>
              <a:t>Manages data storage, retrieval, and ensures data integrity.</a:t>
            </a:r>
          </a:p>
          <a:p>
            <a:r>
              <a:rPr lang="en-IN" sz="2800" b="1" dirty="0"/>
              <a:t>Module 4: Reporting &amp; Analytics</a:t>
            </a:r>
          </a:p>
          <a:p>
            <a:r>
              <a:rPr lang="en-IN" sz="2800" dirty="0"/>
              <a:t>Generates reports and visual insights for better decision-making.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(Add screenshots of: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Login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Main module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Output page)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Explain each in 1–2 lines.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(Add screenshots of: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Login page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Main module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Output page)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Explain each in 1–2 lines.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800</Words>
  <Application>Microsoft Office PowerPoint</Application>
  <PresentationFormat>Custom</PresentationFormat>
  <Paragraphs>340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Gotham</vt:lpstr>
      <vt:lpstr>Bookman Old Style</vt:lpstr>
      <vt:lpstr>Arial</vt:lpstr>
      <vt:lpstr>Calibri</vt:lpstr>
      <vt:lpstr>Times New Roman</vt:lpstr>
      <vt:lpstr>Cambria</vt:lpstr>
      <vt:lpstr>Gotham Bold Italics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Tharak Kamasani</dc:creator>
  <cp:lastModifiedBy>Tharak Kamasani</cp:lastModifiedBy>
  <cp:revision>10</cp:revision>
  <dcterms:created xsi:type="dcterms:W3CDTF">2006-08-16T00:00:00Z</dcterms:created>
  <dcterms:modified xsi:type="dcterms:W3CDTF">2026-03-03T16:47:13Z</dcterms:modified>
  <dc:identifier>DAHCaYqJ9OU</dc:identifier>
</cp:coreProperties>
</file>